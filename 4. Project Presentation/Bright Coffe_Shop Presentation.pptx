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ileron" charset="1" panose="00000500000000000000"/>
      <p:regular r:id="rId10"/>
    </p:embeddedFont>
    <p:embeddedFont>
      <p:font typeface="Aileron Bold" charset="1" panose="00000800000000000000"/>
      <p:regular r:id="rId11"/>
    </p:embeddedFont>
    <p:embeddedFont>
      <p:font typeface="Agrandir" charset="1" panose="00000500000000000000"/>
      <p:regular r:id="rId12"/>
    </p:embeddedFont>
    <p:embeddedFont>
      <p:font typeface="Anton" charset="1" panose="00000500000000000000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71936" y="8246620"/>
            <a:ext cx="155161" cy="1011680"/>
            <a:chOff x="0" y="0"/>
            <a:chExt cx="40865" cy="2664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865" cy="266451"/>
            </a:xfrm>
            <a:custGeom>
              <a:avLst/>
              <a:gdLst/>
              <a:ahLst/>
              <a:cxnLst/>
              <a:rect r="r" b="b" t="t" l="l"/>
              <a:pathLst>
                <a:path h="266451" w="40865">
                  <a:moveTo>
                    <a:pt x="0" y="0"/>
                  </a:moveTo>
                  <a:lnTo>
                    <a:pt x="40865" y="0"/>
                  </a:lnTo>
                  <a:lnTo>
                    <a:pt x="40865" y="266451"/>
                  </a:lnTo>
                  <a:lnTo>
                    <a:pt x="0" y="26645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865" cy="314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1936" y="0"/>
            <a:ext cx="6871383" cy="8026536"/>
            <a:chOff x="0" y="0"/>
            <a:chExt cx="1064557" cy="12435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4557" cy="1243521"/>
            </a:xfrm>
            <a:custGeom>
              <a:avLst/>
              <a:gdLst/>
              <a:ahLst/>
              <a:cxnLst/>
              <a:rect r="r" b="b" t="t" l="l"/>
              <a:pathLst>
                <a:path h="1243521" w="1064557">
                  <a:moveTo>
                    <a:pt x="0" y="0"/>
                  </a:moveTo>
                  <a:lnTo>
                    <a:pt x="1064557" y="0"/>
                  </a:lnTo>
                  <a:lnTo>
                    <a:pt x="1064557" y="1243521"/>
                  </a:lnTo>
                  <a:lnTo>
                    <a:pt x="0" y="1243521"/>
                  </a:lnTo>
                  <a:close/>
                </a:path>
              </a:pathLst>
            </a:custGeom>
            <a:blipFill>
              <a:blip r:embed="rId2"/>
              <a:stretch>
                <a:fillRect l="0" t="-7072" r="0" b="-707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69471" y="8265733"/>
            <a:ext cx="6573848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Coffee Shop analysis for the CEO, investor, and senior stakeholder. It focuses on financial health, market positioning, operational risks, and growth opportunities.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36790" y="217818"/>
            <a:ext cx="1351210" cy="59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3"/>
              </a:lnSpc>
              <a:spcBef>
                <a:spcPct val="0"/>
              </a:spcBef>
            </a:pPr>
            <a:r>
              <a:rPr lang="en-US" b="true" sz="3437">
                <a:solidFill>
                  <a:srgbClr val="FFFFFF">
                    <a:alpha val="70980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81075"/>
            <a:ext cx="32925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Bright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11867"/>
            <a:ext cx="6497050" cy="461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1087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COFFEE SHOP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892540"/>
            <a:ext cx="393454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 Regis Yala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366970"/>
            <a:ext cx="6053138" cy="112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  <a:spcBef>
                <a:spcPct val="0"/>
              </a:spcBef>
            </a:pPr>
            <a:r>
              <a:rPr lang="en-US" b="true" sz="324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WHERE EVERY CUP TELLS A STORY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10732" y="4000073"/>
            <a:ext cx="6066626" cy="14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2"/>
              </a:lnSpc>
            </a:pPr>
            <a:r>
              <a:rPr lang="en-US" sz="104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ABOUT 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6458" y="2301653"/>
            <a:ext cx="8822234" cy="609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52326" indent="-626163" lvl="1">
              <a:lnSpc>
                <a:spcPts val="8120"/>
              </a:lnSpc>
              <a:buAutoNum type="arabicPeriod" startAt="1"/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 marL="1252326" indent="-626163" lvl="1">
              <a:lnSpc>
                <a:spcPts val="8120"/>
              </a:lnSpc>
              <a:buAutoNum type="arabicPeriod" startAt="1"/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Systems</a:t>
            </a:r>
          </a:p>
          <a:p>
            <a:pPr algn="l" marL="1230737" indent="-615368" lvl="1">
              <a:lnSpc>
                <a:spcPts val="7980"/>
              </a:lnSpc>
              <a:buAutoNum type="arabicPeriod" startAt="1"/>
            </a:pPr>
            <a:r>
              <a:rPr lang="en-US" b="true" sz="5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  <a:p>
            <a:pPr algn="l" marL="1252326" indent="-626163" lvl="1">
              <a:lnSpc>
                <a:spcPts val="8120"/>
              </a:lnSpc>
              <a:buAutoNum type="arabicPeriod" startAt="1"/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algn="l" marL="1252326" indent="-626163" lvl="1">
              <a:lnSpc>
                <a:spcPts val="8120"/>
              </a:lnSpc>
              <a:buAutoNum type="arabicPeriod" startAt="1"/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plan</a:t>
            </a:r>
          </a:p>
          <a:p>
            <a:pPr algn="l" marL="1209147" indent="-604574" lvl="1">
              <a:lnSpc>
                <a:spcPts val="784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Q&amp;A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2967" y="802005"/>
            <a:ext cx="200289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Bright  Shop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0" y="-351802"/>
            <a:ext cx="1955970" cy="155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b="true" sz="90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15829"/>
            <a:ext cx="14135615" cy="8113356"/>
          </a:xfrm>
          <a:custGeom>
            <a:avLst/>
            <a:gdLst/>
            <a:ahLst/>
            <a:cxnLst/>
            <a:rect r="r" b="b" t="t" l="l"/>
            <a:pathLst>
              <a:path h="8113356" w="14135615">
                <a:moveTo>
                  <a:pt x="0" y="0"/>
                </a:moveTo>
                <a:lnTo>
                  <a:pt x="14135615" y="0"/>
                </a:lnTo>
                <a:lnTo>
                  <a:pt x="14135615" y="8113356"/>
                </a:lnTo>
                <a:lnTo>
                  <a:pt x="0" y="81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38" t="-6049" r="0" b="-21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5642" y="406400"/>
            <a:ext cx="634291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Analysis| Store location &amp; Month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74902" y="406400"/>
            <a:ext cx="1091309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         Insight : Revenue accross all the stores increases by 50% in the month of June as compared to January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0470" y="2969603"/>
            <a:ext cx="6831925" cy="5070901"/>
          </a:xfrm>
          <a:custGeom>
            <a:avLst/>
            <a:gdLst/>
            <a:ahLst/>
            <a:cxnLst/>
            <a:rect r="r" b="b" t="t" l="l"/>
            <a:pathLst>
              <a:path h="5070901" w="6831925">
                <a:moveTo>
                  <a:pt x="0" y="0"/>
                </a:moveTo>
                <a:lnTo>
                  <a:pt x="6831925" y="0"/>
                </a:lnTo>
                <a:lnTo>
                  <a:pt x="6831925" y="5070901"/>
                </a:lnTo>
                <a:lnTo>
                  <a:pt x="0" y="507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052" y="2943184"/>
            <a:ext cx="9222709" cy="5653556"/>
          </a:xfrm>
          <a:custGeom>
            <a:avLst/>
            <a:gdLst/>
            <a:ahLst/>
            <a:cxnLst/>
            <a:rect r="r" b="b" t="t" l="l"/>
            <a:pathLst>
              <a:path h="5653556" w="9222709">
                <a:moveTo>
                  <a:pt x="0" y="0"/>
                </a:moveTo>
                <a:lnTo>
                  <a:pt x="9222709" y="0"/>
                </a:lnTo>
                <a:lnTo>
                  <a:pt x="9222709" y="5653556"/>
                </a:lnTo>
                <a:lnTo>
                  <a:pt x="0" y="5653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22" r="-1685" b="-14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55332" y="802005"/>
            <a:ext cx="48910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Analysis|  Time of day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2409" y="561975"/>
            <a:ext cx="4756704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Insight:  Morning sales contribution 56 % of the sales followed by afternoon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DAHFfBzHJu4</dc:identifier>
  <dcterms:modified xsi:type="dcterms:W3CDTF">2011-08-01T06:04:30Z</dcterms:modified>
  <cp:revision>1</cp:revision>
  <dc:title>Black and White Minimalist Coffee Shop Presentation</dc:title>
</cp:coreProperties>
</file>